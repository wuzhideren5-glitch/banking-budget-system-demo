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2026年度经营分析报告</a:t>
            </a:r>
          </a:p>
          <a:p>
            <a:r>
              <a:t>2026年度预算分析报告</a:t>
            </a:r>
          </a:p>
          <a:p>
            <a:r>
              <a:t>预算执行差异: -285,237.87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