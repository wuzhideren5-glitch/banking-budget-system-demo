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 text:report_title }}</a:t>
            </a:r>
          </a:p>
          <a:p>
            <a:r>
              <a:t>{{ param:year }}年度预算分析报告</a:t>
            </a:r>
          </a:p>
          <a:p>
            <a:r>
              <a:t>预算执行差异: {{ metric:m_budget_actual_gap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